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b9d16d94d4129" /><Relationship Type="http://schemas.openxmlformats.org/officeDocument/2006/relationships/extended-properties" Target="/docProps/app.xml" Id="Rcba0f623e0f84369" /><Relationship Type="http://schemas.openxmlformats.org/officeDocument/2006/relationships/officeDocument" Target="/ppt/presentation.xml" Id="Re6e5087e06224f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af4be534054732"/>
  </p:sldMasterIdLst>
  <p:notesMasterIdLst>
    <p:notesMasterId xmlns:r="http://schemas.openxmlformats.org/officeDocument/2006/relationships" r:id="Rd7e47ec5c1a7412b"/>
  </p:notesMasterIdLst>
  <p:sldIdLst>
    <p:sldId xmlns:r="http://schemas.openxmlformats.org/officeDocument/2006/relationships" id="256" r:id="R559e932ffe1b4b08"/>
    <p:sldId xmlns:r="http://schemas.openxmlformats.org/officeDocument/2006/relationships" id="257" r:id="Ra28ec6a6dc8b4188"/>
    <p:sldId xmlns:r="http://schemas.openxmlformats.org/officeDocument/2006/relationships" id="258" r:id="Rbdc35a2447e5471b"/>
    <p:sldId xmlns:r="http://schemas.openxmlformats.org/officeDocument/2006/relationships" id="259" r:id="R5f1c04d96b5d4e3e"/>
    <p:sldId xmlns:r="http://schemas.openxmlformats.org/officeDocument/2006/relationships" id="260" r:id="R597cbc2fc41c4f5e"/>
    <p:sldId xmlns:r="http://schemas.openxmlformats.org/officeDocument/2006/relationships" id="261" r:id="Rcbbc060299b84c2a"/>
    <p:sldId xmlns:r="http://schemas.openxmlformats.org/officeDocument/2006/relationships" id="262" r:id="R7b0ed4086cdf4f04"/>
    <p:sldId xmlns:r="http://schemas.openxmlformats.org/officeDocument/2006/relationships" id="263" r:id="R801e0e19725e4268"/>
    <p:sldId xmlns:r="http://schemas.openxmlformats.org/officeDocument/2006/relationships" id="264" r:id="R75cd2b7fd8ed4610"/>
    <p:sldId xmlns:r="http://schemas.openxmlformats.org/officeDocument/2006/relationships" id="265" r:id="R7a270c9aa71745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942700e3c40dd" /><Relationship Type="http://schemas.openxmlformats.org/officeDocument/2006/relationships/slideMaster" Target="/ppt/slideMasters/slideMaster1.xml" Id="R71af4be534054732" /><Relationship Type="http://schemas.openxmlformats.org/officeDocument/2006/relationships/notesMaster" Target="/ppt/notesMasters/notesMaster1.xml" Id="Rd7e47ec5c1a7412b" /><Relationship Type="http://schemas.openxmlformats.org/officeDocument/2006/relationships/presProps" Target="/ppt/presProps.xml" Id="R8d821fdd1d51496f" /><Relationship Type="http://schemas.openxmlformats.org/officeDocument/2006/relationships/tableStyles" Target="/ppt/tableStyles.xml" Id="R8cf30ed8c98347f7" /><Relationship Type="http://schemas.openxmlformats.org/officeDocument/2006/relationships/slide" Target="/ppt/slides/slide1.xml" Id="R559e932ffe1b4b08" /><Relationship Type="http://schemas.openxmlformats.org/officeDocument/2006/relationships/slide" Target="/ppt/slides/slide2.xml" Id="Ra28ec6a6dc8b4188" /><Relationship Type="http://schemas.openxmlformats.org/officeDocument/2006/relationships/slide" Target="/ppt/slides/slide3.xml" Id="Rbdc35a2447e5471b" /><Relationship Type="http://schemas.openxmlformats.org/officeDocument/2006/relationships/slide" Target="/ppt/slides/slide4.xml" Id="R5f1c04d96b5d4e3e" /><Relationship Type="http://schemas.openxmlformats.org/officeDocument/2006/relationships/slide" Target="/ppt/slides/slide5.xml" Id="R597cbc2fc41c4f5e" /><Relationship Type="http://schemas.openxmlformats.org/officeDocument/2006/relationships/slide" Target="/ppt/slides/slide6.xml" Id="Rcbbc060299b84c2a" /><Relationship Type="http://schemas.openxmlformats.org/officeDocument/2006/relationships/slide" Target="/ppt/slides/slide7.xml" Id="R7b0ed4086cdf4f04" /><Relationship Type="http://schemas.openxmlformats.org/officeDocument/2006/relationships/slide" Target="/ppt/slides/slide8.xml" Id="R801e0e19725e4268" /><Relationship Type="http://schemas.openxmlformats.org/officeDocument/2006/relationships/slide" Target="/ppt/slides/slide9.xml" Id="R75cd2b7fd8ed4610" /><Relationship Type="http://schemas.openxmlformats.org/officeDocument/2006/relationships/slide" Target="/ppt/slides/slide10.xml" Id="R7a270c9aa717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e75a3ea63d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91846c03984d27" /><Relationship Type="http://schemas.openxmlformats.org/officeDocument/2006/relationships/notesMaster" Target="/ppt/notesMasters/notesMaster1.xml" Id="R4e9b58c9e2ea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9ce6e01d04b74" /><Relationship Type="http://schemas.openxmlformats.org/officeDocument/2006/relationships/notesMaster" Target="/ppt/notesMasters/notesMaster1.xml" Id="R55ad7c2ac520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384a0bffe04001" /><Relationship Type="http://schemas.openxmlformats.org/officeDocument/2006/relationships/notesMaster" Target="/ppt/notesMasters/notesMaster1.xml" Id="R18521195c84c43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c1fbb236414f60" /><Relationship Type="http://schemas.openxmlformats.org/officeDocument/2006/relationships/notesMaster" Target="/ppt/notesMasters/notesMaster1.xml" Id="R60467a24d4ec48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8113367ce44c8" /><Relationship Type="http://schemas.openxmlformats.org/officeDocument/2006/relationships/notesMaster" Target="/ppt/notesMasters/notesMaster1.xml" Id="Rf242e0c049cb45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8c0302dd704f76" /><Relationship Type="http://schemas.openxmlformats.org/officeDocument/2006/relationships/notesMaster" Target="/ppt/notesMasters/notesMaster1.xml" Id="Re0589acefaf84b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b0f2c6fd654fa2" /><Relationship Type="http://schemas.openxmlformats.org/officeDocument/2006/relationships/notesMaster" Target="/ppt/notesMasters/notesMaster1.xml" Id="R78a4de1e0df941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ebb816395c41a5" /><Relationship Type="http://schemas.openxmlformats.org/officeDocument/2006/relationships/notesMaster" Target="/ppt/notesMasters/notesMaster1.xml" Id="R7f2dfe05256448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9453de04af4448" /><Relationship Type="http://schemas.openxmlformats.org/officeDocument/2006/relationships/notesMaster" Target="/ppt/notesMasters/notesMaster1.xml" Id="R3eed3936607e45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a0ebedfc484e6c" /><Relationship Type="http://schemas.openxmlformats.org/officeDocument/2006/relationships/notesMaster" Target="/ppt/notesMasters/notesMaster1.xml" Id="Rf98e950d3d1d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0:00-0:20. Introduce Ctrl+S, Domain 1 and the student/recent-graduate decision. Full narration and browser actions are in PITCH-RECORDING-RUNBOOK.md.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0:20-0:55. The target-user problem is a design hypothesis, not interview findings. ILO context is global. No user research or measured Malaysian prevalence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https://www.ilo.org/publications/generative-ai-and-jobs-refined-global-index-occupational-exposure (20 May 2025, checked 23 October 2026 MYT).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0:55-1:15. Explain all six Domain 1 capabilities. Trend radar remains limited: only a U.S. related-role direction is available. Supported roles: Data Analyst, Software Developer, Operations Research Analyst. Other role directions remain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1:15-3:05. Screenshot from the real running local application, fictional answers and actual BLS 35% 2025-2035 record retrieved 23 October MYT. This is not a fixture or hosting proof. Switch to the real browser and show intake, score components, gaps, source/date/geography, refresh and changed output using two clearly labelled controlled evidence versions. Never imply fixture values are fresh upstream BLS releases. Eligible evidence requires retrieval/check within 30 days, publication within 550 days, current year in horizon and no stale/failure state. Positive projection prioritizes Data Analyst exploration, negative moves it later, zero/missing/ineligible removes adjustment. News never serves as demand evidence. This is partial coverage of the full Domain radar.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https://www.bls.gov/ooh/math/data-scientists.htm; docs/TREND-METHODOLOGY.md; docs/verification/2026-10-23-live-http.json.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3:05-3:50. Demonstrate skill editing, scenario change and a resource link. Prerequisites always govern. Positive BLS trend prioritizes statistical reasoning among ready Foundation steps as a pedagogical rule, not measured demand for that skill. Free digital resources may offer paid certificates.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Learning resource review: docs/research/DOMAIN1-EVIDENCE-2026-10-22.md.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3:50-4:20. Explain that mappings are proposed contribution pathways. The app is not UN-endorsed and does not measure official indicators.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https://sdgs.un.org/goals/goal4 (Target 4.4), https://sdgs.un.org/goals/goal8 (Target 8.2), https://sdgs.un.org/goals/goal9 (Target 9.5).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4:20-4:55. Native editable block diagram. React 19.3.1, TypeScript 5.9.3, Vite 8.3.5, fast-xml-parser 5.11.2. Browser answers do not go to upstream data providers. Codex major development assistance requires team review. Diagram simplifies pathway inputs: selected role, self-reported skills and scenario also govern ordering. No runtime LLM/ML or trained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4:55-5:30. Proposed moderated pilot uses fictional profiles. Paired same-source comparison measures median task time. Comprehension covers meaning of score, source geography and first prerequisite. Targets are locally proposed, not sourced impact statistics. No achieved effect is asserted.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5:30-6:00. These are real outstanding gates. Replit login work paused at user request while login rules are checked. API Premium sponsor mandatory wording exists in portal but identity/docs unresolved. No final public release, YouTube upload or signed declarations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6:00-6:20. Close with the specific decision and proposed evaluation. Use actual finalized source/demo/slides/video links in the README after publication approval. Do not invent placeholders that look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disclosures: </a:t>
            </a:r>
          </a:p>
          <a:p xmlns:a="http://schemas.openxmlformats.org/drawingml/2006/main">
            <a:r>
              <a:t>Review deck prepared 23 October 2026 MYT. Reconcile against final commit, tests and release links before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e198a1dd440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710305b674c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b7f25ef0342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0056b76314c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10ca92f594a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9515adcaf44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DEBD6-8549-48D2-BECD-D6E257D9C8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B40E7F3-BF83-4A38-B0CB-071CFD1A96A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AC8AB24-7DB4-47E3-9644-4F98A7ADA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3EC2B-1E10-4702-9D7B-B6005EA407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E1AF4A-C7F7-482E-B389-CD8407206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C14FA9-4B33-4D4F-BFA3-D1AB00AEF1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78EC3-29CD-4ECB-B77A-856AFAFDA7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18E042-DD41-4D39-B145-769CC582D7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F6A929-CFF4-416E-BEED-F904C6E47F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C7D076-2A97-498B-A8AB-B159B8C552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4ba4c99d774467" /><Relationship Type="http://schemas.openxmlformats.org/officeDocument/2006/relationships/slideLayout" Target="/ppt/slideLayouts/slideLayout1.xml" Id="Rc63c95e6823b4290" /><Relationship Type="http://schemas.openxmlformats.org/officeDocument/2006/relationships/slideLayout" Target="/ppt/slideLayouts/slideLayout2.xml" Id="Rfc315e5efcf348cd" /><Relationship Type="http://schemas.openxmlformats.org/officeDocument/2006/relationships/slideLayout" Target="/ppt/slideLayouts/slideLayout3.xml" Id="Rd29eda80ceb94dc5" /><Relationship Type="http://schemas.openxmlformats.org/officeDocument/2006/relationships/slideLayout" Target="/ppt/slideLayouts/slideLayout4.xml" Id="Rac823b3d929143f4" /><Relationship Type="http://schemas.openxmlformats.org/officeDocument/2006/relationships/slideLayout" Target="/ppt/slideLayouts/slideLayout5.xml" Id="R2b359f37e9c547bb" /><Relationship Type="http://schemas.openxmlformats.org/officeDocument/2006/relationships/slideLayout" Target="/ppt/slideLayouts/slideLayout6.xml" Id="R2504f1816dbd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c95e6823b4290"/>
    <p:sldLayoutId xmlns:r="http://schemas.openxmlformats.org/officeDocument/2006/relationships" id="2147483650" r:id="Rfc315e5efcf348cd"/>
    <p:sldLayoutId xmlns:r="http://schemas.openxmlformats.org/officeDocument/2006/relationships" id="2147483651" r:id="Rd29eda80ceb94dc5"/>
    <p:sldLayoutId xmlns:r="http://schemas.openxmlformats.org/officeDocument/2006/relationships" id="2147483652" r:id="Rac823b3d929143f4"/>
    <p:sldLayoutId xmlns:r="http://schemas.openxmlformats.org/officeDocument/2006/relationships" id="2147483653" r:id="R2b359f37e9c547bb"/>
    <p:sldLayoutId xmlns:r="http://schemas.openxmlformats.org/officeDocument/2006/relationships" id="2147483654" r:id="R2504f1816dbd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a50f6626444f2" /><Relationship Type="http://schemas.openxmlformats.org/officeDocument/2006/relationships/notesSlide" Target="/ppt/notesSlides/notesSlide1.xml" Id="R3991d4063f8d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d3c7e5e5b4527" /><Relationship Type="http://schemas.openxmlformats.org/officeDocument/2006/relationships/notesSlide" Target="/ppt/notesSlides/notesSlide2.xml" Id="R06d546aa5fce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9a1083ff94beb" /><Relationship Type="http://schemas.openxmlformats.org/officeDocument/2006/relationships/notesSlide" Target="/ppt/notesSlides/notesSlide3.xml" Id="R0c857c71832e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ec0ed675c446d" /><Relationship Type="http://schemas.openxmlformats.org/officeDocument/2006/relationships/image" Target="/ppt/media/image.png" Id="Rd40cb73287134aa3" /><Relationship Type="http://schemas.openxmlformats.org/officeDocument/2006/relationships/notesSlide" Target="/ppt/notesSlides/notesSlide4.xml" Id="R3aea778e7d6c48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055b579a74486" /><Relationship Type="http://schemas.openxmlformats.org/officeDocument/2006/relationships/notesSlide" Target="/ppt/notesSlides/notesSlide5.xml" Id="Rd2030303865949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68afbf3aa047f4" /><Relationship Type="http://schemas.openxmlformats.org/officeDocument/2006/relationships/notesSlide" Target="/ppt/notesSlides/notesSlide6.xml" Id="R5cad92fe9801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95b0f59e84ea5" /><Relationship Type="http://schemas.openxmlformats.org/officeDocument/2006/relationships/notesSlide" Target="/ppt/notesSlides/notesSlide7.xml" Id="Rb0581ed1c41941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8c710f70c4aa7" /><Relationship Type="http://schemas.openxmlformats.org/officeDocument/2006/relationships/notesSlide" Target="/ppt/notesSlides/notesSlide8.xml" Id="R1b3b6e1c30cb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e5ee4bc804c6c" /><Relationship Type="http://schemas.openxmlformats.org/officeDocument/2006/relationships/notesSlide" Target="/ppt/notesSlides/notesSlide9.xml" Id="R9e2382a57b09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8698d239945e7" /><Relationship Type="http://schemas.openxmlformats.org/officeDocument/2006/relationships/notesSlide" Target="/ppt/notesSlides/notesSlide10.xml" Id="Rfe2c296da8cb4b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5DA3E-2A7F-449A-A79A-A9B08C2C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Aiversecity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55765-6AFC-4984-805B-7C5E1900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6BDAF-0FFC-4D5D-9346-A6269CFA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0F6B8-ED63-4424-BB7B-BA95A3C0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Career exploration with visible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8647B-09E1-43D4-A208-50BC2F4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 fictional profile. Three role families. A first practice step.</a:t>
            </a:r>
          </a:p>
        </p:txBody>
      </p:sp>
    </p:spTree>
    <p:extLst>
      <p:ext uri="{BB962C8B-B14F-4D97-AF65-F5344CB8AC3E}">
        <p14:creationId xmlns:p14="http://schemas.microsoft.com/office/powerpoint/2010/main" val="1898809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0EAED-B996-418E-B93C-352F5936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The career exploration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C4158-960D-4F23-9A16-F7439730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848BD-D4E1-4F29-BDC9-8C02F891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A8DF3-3521-4151-9413-4C9A48A6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1 in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0B3E4-A253-4BAA-B05A-373930E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workers globally are in occupations</a:t>
            </a:r>
          </a:p>
          <a:p xmlns:a="http://schemas.openxmlformats.org/drawingml/2006/main">
            <a: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with some GenAI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0CCA4-DFA2-4D2B-AD46-44F319A3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 learner still needs to judge</a:t>
            </a:r>
          </a:p>
          <a:p xmlns:a="http://schemas.openxmlformats.org/drawingml/2006/main">
            <a: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which evidence applies locally</a:t>
            </a:r>
          </a:p>
          <a:p xmlns:a="http://schemas.openxmlformats.org/drawingml/2006/main">
            <a:pPr>
              <a:defRPr sz="25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what to practise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62474-F353-4F01-A8BF-6EF6781F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ILO, 2025. Exposure describes task potential. It does not measure Malaysian job losses.</a:t>
            </a:r>
          </a:p>
        </p:txBody>
      </p:sp>
    </p:spTree>
    <p:extLst>
      <p:ext uri="{BB962C8B-B14F-4D97-AF65-F5344CB8AC3E}">
        <p14:creationId xmlns:p14="http://schemas.microsoft.com/office/powerpoint/2010/main" val="395629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56B13-D37E-4557-8254-EEDEA695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A learner’s decision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11234-F348-4CF5-AA68-254984CE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337BC-0B22-4AD8-9739-83B10E57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F124C-6E72-4BCF-91C9-CF49B5F8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C4E66-ECEB-4A84-8377-9EC6CF1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Profile and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DE8D8-7658-4998-AF77-4DE52B21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Four workplace questions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Editable synthetic skills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Dated public trend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FB421-7C1D-471A-A581-287480D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05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32EC3-9B89-4408-A53B-76E536A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71462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Role exploration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80013-5473-4DF4-A162-7E2576B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6237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Three supported role families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Explainable alignment scores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Visible skill gaps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32B76-6C03-4412-83D5-C5BA6193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050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F4181-287E-4666-BBFA-47520970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1462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A practice pathway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8C023-BDFE-4EB8-AD9A-85B924B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62375"/>
            <a:ext cx="3381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Prerequisites and public resources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Role and skill SDG explanations</a:t>
            </a:r>
          </a:p>
          <a:p xmlns:a="http://schemas.openxmlformats.org/drawingml/2006/main">
            <a:pPr>
              <a:defRPr sz="18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Two qualitative scenarios</a:t>
            </a:r>
          </a:p>
        </p:txBody>
      </p:sp>
    </p:spTree>
    <p:extLst>
      <p:ext uri="{BB962C8B-B14F-4D97-AF65-F5344CB8AC3E}">
        <p14:creationId xmlns:p14="http://schemas.microsoft.com/office/powerpoint/2010/main" val="500170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3FD2A-640A-4E6A-AEBA-69A79AC7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Personal alignment and trend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96F45-5E86-433C-9D6B-3E346DBD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0BF8F-A112-4AC6-BF88-7E6F2E6C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80FD7-BC36-49B2-B19C-07DE3F99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Alignment stays personal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6E1D8-72EA-4250-9B14-579FEFF3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Fresh BLS evidence changes</a:t>
            </a:r>
          </a:p>
          <a:p xmlns:a="http://schemas.openxmlformats.org/drawingml/2006/main">
            <a: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exploration priority.</a:t>
            </a:r>
          </a:p>
          <a:p xmlns:a="http://schemas.openxmlformats.org/drawingml/2006/main">
            <a:pPr>
              <a:defRPr sz="21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Other roles: direction unknown.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996D3-AA21-4069-B1BF-07014E38F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cb73287134aa3"/>
          <a:srcRect xmlns:a="http://schemas.openxmlformats.org/drawingml/2006/main" l="7813" t="21116" r="7813" b="58635"/>
          <a:stretch xmlns:a="http://schemas.openxmlformats.org/drawingml/2006/main"/>
        </p:blipFill>
        <p:spPr>
          <a:xfrm xmlns:a="http://schemas.openxmlformats.org/drawingml/2006/main">
            <a:off x="5238750" y="1809750"/>
            <a:ext cx="62865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FBB3D-43FF-412E-9789-7694EE96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Actual local UI, fictional profile. U.S. Data Scientists proxy, low transfer confidence for Malaysia.</a:t>
            </a:r>
          </a:p>
        </p:txBody>
      </p:sp>
    </p:spTree>
    <p:extLst>
      <p:ext uri="{BB962C8B-B14F-4D97-AF65-F5344CB8AC3E}">
        <p14:creationId xmlns:p14="http://schemas.microsoft.com/office/powerpoint/2010/main" val="1630998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261A1-FFD5-4EAF-940A-41FD21A3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A pathway the learner can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444A6-3C0B-4213-98B9-527CC534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DE528-7564-436C-B326-73E815E3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83EAC-D6E6-433B-B9EC-9B19DC06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EC051-BA50-4E2D-B94D-7BAE6AE1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Practise the basics</a:t>
            </a:r>
          </a:p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with explicit prerequisites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5B173-586D-40BB-B245-E62BAB65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Specialization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FA575-767C-4FF6-AE0C-11FFA0C5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Apply role-specific tasks</a:t>
            </a:r>
          </a:p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check the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8E87C-7568-4057-BBD1-CD924402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Capstone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CA484-A86C-4ADC-96BB-8C4F16E5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Combine the skills</a:t>
            </a:r>
          </a:p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in a fictional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C4C97-EA7E-4581-9859-93DF624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Estimated practice time and self-reported completion do not verify mastery or job readiness.</a:t>
            </a:r>
          </a:p>
        </p:txBody>
      </p:sp>
    </p:spTree>
    <p:extLst>
      <p:ext uri="{BB962C8B-B14F-4D97-AF65-F5344CB8AC3E}">
        <p14:creationId xmlns:p14="http://schemas.microsoft.com/office/powerpoint/2010/main" val="7198102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21AE-5B51-4CD9-9BAC-CA7C7F1E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Proposed SDG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4471C-EE29-4FD5-8B2D-3D985890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98F3B-3571-4182-AFCC-4C543B2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002D0-E3DE-4505-8FA1-F7FE080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4.4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21C18-10CE-45F1-B875-D277EA1D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752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Employment-relevant technical</a:t>
            </a:r>
          </a:p>
          <a:p xmlns:a="http://schemas.openxmlformats.org/drawingml/2006/main">
            <a:pPr>
              <a:defRPr sz="31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vocational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35E0B-730F-46E9-89E1-9F7017FF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Each practice step explains the capability it develops.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65762-B158-4D93-AC6B-A0BDFC8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Supporting role links: Target 8.2 productivity and Target 9.5 technological capability.</a:t>
            </a:r>
          </a:p>
          <a:p xmlns:a="http://schemas.openxmlformats.org/drawingml/2006/main">
            <a: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No learning, employment or SDG indicator improvement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660808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44C61-89B5-4D38-820C-D7F7ABB8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1E9A7-817B-4FEC-9FB4-A0D3A836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B6207-51A5-469D-BF0E-C9EE022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5FE95-3593-4F3C-8295-3D023EE0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Fictional profile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four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EAD37-F6AD-44FD-93D1-3429610D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Deterministic rubric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role weights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80825-CA70-4BEC-9846-DFB89594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Alignment scores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skill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9D62B-43CB-4FF7-B542-7FE3D032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Fixed BLS fetch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RSS context separately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DFC7E-8DF0-4224-A549-BEFBF396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433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BLS evidence dates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eligibility rules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197A4-9C6D-4AC1-9CF6-01DD0D39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4337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7AFBA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Exploration priority</a:t>
            </a:r>
          </a:p>
          <a:p xmlns:a="http://schemas.openxmlformats.org/drawingml/2006/main">
            <a:pPr>
              <a:defRPr sz="195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3F0E8"/>
                </a:solidFill>
                <a:latin typeface="Arial"/>
                <a:ea typeface="Arial"/>
                <a:cs typeface="Arial"/>
              </a:rPr>
              <a:t>and ordered practice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93635-B3E0-4AB1-A87B-BA122A86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860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5D8D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DE51A-9C78-46CD-98DC-786EA1C2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860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5D8D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A6562-3FFC-4124-A360-8FC4CCC9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5D8D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3C30E-F44F-44FE-952F-FD0AC9F6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429125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5D8D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9B7588-8618-4377-9087-41F970CD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Session memory only. Fixed-source APIs cache for 30 minutes. No runtime model, database or GPU.</a:t>
            </a:r>
          </a:p>
        </p:txBody>
      </p:sp>
    </p:spTree>
    <p:extLst>
      <p:ext uri="{BB962C8B-B14F-4D97-AF65-F5344CB8AC3E}">
        <p14:creationId xmlns:p14="http://schemas.microsoft.com/office/powerpoint/2010/main" val="1753966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935E9-CFA0-4628-A7DD-312BDF8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Phase 2 evaluation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3E3D8-E907-41DA-81F1-15E89963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73552-75F4-4175-B279-E0135463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C7690-03C4-4C62-BA9D-AF2349F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FCB1E-A13B-44A7-A7F2-A723973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lower median decision-task time</a:t>
            </a:r>
          </a:p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versus browsing the same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7AD42-E490-444A-BF36-4F7E6BE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E40CE-379D-4538-BCB8-002DF93E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comprehension pass rate</a:t>
            </a:r>
          </a:p>
          <a:p xmlns:a="http://schemas.openxmlformats.org/drawingml/2006/main">
            <a:pPr>
              <a:defRPr sz="225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on score, geography and prerequisite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CB56E-98EF-4657-BF1E-405032D7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Proposed goals, not results. No measured local baseline yet. Report paired sample sizes and failures.</a:t>
            </a:r>
          </a:p>
        </p:txBody>
      </p:sp>
    </p:spTree>
    <p:extLst>
      <p:ext uri="{BB962C8B-B14F-4D97-AF65-F5344CB8AC3E}">
        <p14:creationId xmlns:p14="http://schemas.microsoft.com/office/powerpoint/2010/main" val="16786477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AC023-8F94-4221-999D-D4139FFA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Limits and submission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4DE01-A017-4C71-A27B-38D04801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8B661-1857-4D01-86C6-DF1EB39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50D8D-7E9E-4417-A57D-91A2918E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Evidence coverage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67738-8222-4331-9F9D-D1F1B75B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Three roles, editorial rubric</a:t>
            </a:r>
          </a:p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U.S. related-role trend proxy</a:t>
            </a:r>
          </a:p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Skills demand remains unmeasured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5E60F-AFD1-43D6-BE0D-76AAAD70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002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55D8D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55D8DC"/>
                </a:solidFill>
                <a:latin typeface="Arial"/>
                <a:ea typeface="Arial"/>
                <a:cs typeface="Arial"/>
              </a:rPr>
              <a:t>Release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4C7F3-DA4D-4373-A9B2-87B55F9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857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Actual Replit use and proof</a:t>
            </a:r>
          </a:p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Mandatory sponsor identity / access</a:t>
            </a:r>
          </a:p>
          <a:p xmlns:a="http://schemas.openxmlformats.org/drawingml/2006/main">
            <a:pPr>
              <a:defRPr sz="217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Team declarations and public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1E74E-52BB-4EA2-B620-83C33DF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Review status as of 23 October 2026 MYT. Update only with verified evidence before recording.</a:t>
            </a:r>
          </a:p>
        </p:txBody>
      </p:sp>
    </p:spTree>
    <p:extLst>
      <p:ext uri="{BB962C8B-B14F-4D97-AF65-F5344CB8AC3E}">
        <p14:creationId xmlns:p14="http://schemas.microsoft.com/office/powerpoint/2010/main" val="512218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09D74-9ABF-4F91-94AF-D60AAABF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0E8"/>
                </a:solidFill>
                <a:latin typeface="Arial"/>
                <a:ea typeface="Arial"/>
                <a:cs typeface="Arial"/>
              </a:rPr>
              <a:t>A decision the learner can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E5B63-4009-46FA-81BE-A8356292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Ctrl+S   /   Aiversecity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1AE91-2A8F-45D3-838A-A0501352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7AFB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7AFB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00D80-BC87-48D5-A555-BD139E02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57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Which role should I explore,</a:t>
            </a:r>
          </a:p>
          <a:p xmlns:a="http://schemas.openxmlformats.org/drawingml/2006/main">
            <a:pPr>
              <a:defRPr sz="4650" b="1">
                <a:solidFill>
                  <a:srgbClr val="D4F76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D4F76B"/>
                </a:solidFill>
                <a:latin typeface="Arial"/>
                <a:ea typeface="Arial"/>
                <a:cs typeface="Arial"/>
              </a:rPr>
              <a:t>and what should I practise first?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91253-56C4-4E9C-B858-5AC322C4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Response evidence, trend scope and a visible first step</a:t>
            </a:r>
          </a:p>
        </p:txBody>
      </p:sp>
    </p:spTree>
    <p:extLst>
      <p:ext uri="{BB962C8B-B14F-4D97-AF65-F5344CB8AC3E}">
        <p14:creationId xmlns:p14="http://schemas.microsoft.com/office/powerpoint/2010/main" val="359039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2026-10-23T02:09:51.9410000Z</dcterms:created>
  <dcterms:modified xsi:type="dcterms:W3CDTF">2026-10-23T02:09:51.9410000Z</dcterms:modified>
</coreProperties>
</file>